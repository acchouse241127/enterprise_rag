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测试文档 -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1.2 PowerPoint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RAG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